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8" r:id="rId3"/>
    <p:sldId id="260" r:id="rId4"/>
    <p:sldId id="262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770249-48F4-43E0-AD44-604F23799D90}" type="datetimeFigureOut">
              <a:rPr lang="en-DE" smtClean="0"/>
              <a:t>19/07/2024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5CF3A4-8C6C-4603-918A-17FEC840034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54625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5CF3A4-8C6C-4603-918A-17FEC840034E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31519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5CF3A4-8C6C-4603-918A-17FEC840034E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50640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5CF3A4-8C6C-4603-918A-17FEC840034E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770454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5CF3A4-8C6C-4603-918A-17FEC840034E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49037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5CF3A4-8C6C-4603-918A-17FEC840034E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18613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2068206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0070C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4558145"/>
            <a:ext cx="9144000" cy="102523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CE886-635A-4538-BCDF-C03E415F4829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ED46-D77B-48C5-A15C-97721BB4DD74}" type="slidenum">
              <a:rPr lang="en-US" smtClean="0"/>
              <a:t>‹#›</a:t>
            </a:fld>
            <a:endParaRPr lang="en-US"/>
          </a:p>
        </p:txBody>
      </p:sp>
      <p:pic>
        <p:nvPicPr>
          <p:cNvPr id="2050" name="Picture 2" descr="LOGOWITHOUTTEX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3463" y="559412"/>
            <a:ext cx="1159746" cy="1118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</p:pic>
      <p:pic>
        <p:nvPicPr>
          <p:cNvPr id="2051" name="Picture 3" descr="UniKonstanz_Logo_Optimum_sRGB"/>
          <p:cNvPicPr>
            <a:picLocks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57" t="20396" r="17847" b="32634"/>
          <a:stretch/>
        </p:blipFill>
        <p:spPr bwMode="auto">
          <a:xfrm>
            <a:off x="656248" y="508598"/>
            <a:ext cx="1115568" cy="1115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feld 6"/>
          <p:cNvSpPr txBox="1"/>
          <p:nvPr/>
        </p:nvSpPr>
        <p:spPr>
          <a:xfrm>
            <a:off x="1902691" y="559398"/>
            <a:ext cx="8386619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pPr algn="ctr"/>
            <a:r>
              <a:rPr lang="en-US" sz="2800" noProof="0" dirty="0">
                <a:latin typeface="Myriad Pro" panose="020B0503030403020204" pitchFamily="34" charset="0"/>
              </a:rPr>
              <a:t>University of Konstanz</a:t>
            </a:r>
            <a:br>
              <a:rPr lang="en-US" sz="2800" noProof="0" dirty="0">
                <a:latin typeface="Myriad Pro" panose="020B0503030403020204" pitchFamily="34" charset="0"/>
              </a:rPr>
            </a:br>
            <a:r>
              <a:rPr lang="en-US" sz="2800" noProof="0" dirty="0">
                <a:latin typeface="Myriad Pro" panose="020B0503030403020204" pitchFamily="34" charset="0"/>
              </a:rPr>
              <a:t>Data Analysis</a:t>
            </a:r>
            <a:r>
              <a:rPr lang="en-US" sz="2800" baseline="0" noProof="0" dirty="0">
                <a:latin typeface="Myriad Pro" panose="020B0503030403020204" pitchFamily="34" charset="0"/>
              </a:rPr>
              <a:t> and Visualization Group</a:t>
            </a:r>
            <a:endParaRPr lang="en-US" sz="2800" noProof="0" dirty="0"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518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8">
          <p15:clr>
            <a:srgbClr val="FBAE40"/>
          </p15:clr>
        </p15:guide>
        <p15:guide id="2" pos="729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2" y="6564925"/>
            <a:ext cx="945663" cy="293077"/>
          </a:xfrm>
        </p:spPr>
        <p:txBody>
          <a:bodyPr/>
          <a:lstStyle/>
          <a:p>
            <a:fld id="{B33CE886-635A-4538-BCDF-C03E415F4829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45661" y="6559024"/>
            <a:ext cx="4714139" cy="298977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414452" y="6564925"/>
            <a:ext cx="777549" cy="293077"/>
          </a:xfrm>
        </p:spPr>
        <p:txBody>
          <a:bodyPr/>
          <a:lstStyle/>
          <a:p>
            <a:fld id="{AB18ED46-D77B-48C5-A15C-97721BB4D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281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CE886-635A-4538-BCDF-C03E415F4829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ED46-D77B-48C5-A15C-97721BB4D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30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CE886-635A-4538-BCDF-C03E415F4829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ED46-D77B-48C5-A15C-97721BB4D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238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CE886-635A-4538-BCDF-C03E415F4829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ED46-D77B-48C5-A15C-97721BB4D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351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CE886-635A-4538-BCDF-C03E415F4829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ED46-D77B-48C5-A15C-97721BB4D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20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CE886-635A-4538-BCDF-C03E415F4829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ED46-D77B-48C5-A15C-97721BB4D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616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CE886-635A-4538-BCDF-C03E415F4829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ED46-D77B-48C5-A15C-97721BB4D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01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CE886-635A-4538-BCDF-C03E415F4829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ED46-D77B-48C5-A15C-97721BB4D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96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CE886-635A-4538-BCDF-C03E415F4829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ED46-D77B-48C5-A15C-97721BB4D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76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CE886-635A-4538-BCDF-C03E415F4829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8ED46-D77B-48C5-A15C-97721BB4D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586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72280" y="316915"/>
            <a:ext cx="10956235" cy="6602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2915" y="1428059"/>
            <a:ext cx="10515600" cy="4601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2" y="6564925"/>
            <a:ext cx="945663" cy="2930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CE886-635A-4538-BCDF-C03E415F4829}" type="datetimeFigureOut">
              <a:rPr lang="en-US" smtClean="0"/>
              <a:t>7/19/2024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46235" y="6559024"/>
            <a:ext cx="4701236" cy="298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25326" y="6564925"/>
            <a:ext cx="777549" cy="2930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8ED46-D77B-48C5-A15C-97721BB4DD74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fadedBa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17" y="-1587"/>
            <a:ext cx="12204992" cy="119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5745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C548A-14B1-BA9A-9770-89343A46B0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UKON-Buchmueller-MC1</a:t>
            </a:r>
            <a:br>
              <a:rPr lang="en-US" dirty="0"/>
            </a:b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8211D8-3A46-FF6A-E374-53AB4E136F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723330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0714B-890C-6F3A-DEAE-A288B0ED0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UKON-Buchmueller-MC1</a:t>
            </a:r>
            <a:endParaRPr lang="en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188BEE-C27D-050F-E147-1C1FDB1D9B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6" r="57701"/>
          <a:stretch/>
        </p:blipFill>
        <p:spPr>
          <a:xfrm>
            <a:off x="6062868" y="1699279"/>
            <a:ext cx="5412435" cy="4298467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9B0EE37-648F-880E-FEA0-3A9D2FFCE1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726"/>
          <a:stretch/>
        </p:blipFill>
        <p:spPr bwMode="auto">
          <a:xfrm>
            <a:off x="461229" y="1699279"/>
            <a:ext cx="4634231" cy="4298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9A6E89-63E5-2D61-0E3F-1870B80D176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1554"/>
          <a:stretch/>
        </p:blipFill>
        <p:spPr>
          <a:xfrm>
            <a:off x="6062868" y="1704238"/>
            <a:ext cx="5489962" cy="429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281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0714B-890C-6F3A-DEAE-A288B0ED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80" y="316915"/>
            <a:ext cx="10956235" cy="660269"/>
          </a:xfrm>
        </p:spPr>
        <p:txBody>
          <a:bodyPr anchor="ctr">
            <a:normAutofit/>
          </a:bodyPr>
          <a:lstStyle/>
          <a:p>
            <a:r>
              <a:rPr lang="en-US" dirty="0"/>
              <a:t>UKON-Buchmueller-MC1</a:t>
            </a:r>
            <a:endParaRPr lang="en-D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5E921EB-DE89-841E-6BB2-1FAB39B5D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2915" y="2125270"/>
            <a:ext cx="10515600" cy="3207257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7278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0714B-890C-6F3A-DEAE-A288B0ED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80" y="316915"/>
            <a:ext cx="10956235" cy="660269"/>
          </a:xfrm>
        </p:spPr>
        <p:txBody>
          <a:bodyPr anchor="ctr">
            <a:normAutofit/>
          </a:bodyPr>
          <a:lstStyle/>
          <a:p>
            <a:r>
              <a:rPr lang="en-US" dirty="0"/>
              <a:t>UKON-Buchmueller-MC1</a:t>
            </a:r>
            <a:endParaRPr lang="en-DE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35F9EBDA-2EF5-1DEC-F460-1535A46A0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2915" y="1914959"/>
            <a:ext cx="10515600" cy="3627880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3770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0714B-890C-6F3A-DEAE-A288B0ED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80" y="316915"/>
            <a:ext cx="10956235" cy="660269"/>
          </a:xfrm>
        </p:spPr>
        <p:txBody>
          <a:bodyPr anchor="ctr">
            <a:normAutofit/>
          </a:bodyPr>
          <a:lstStyle/>
          <a:p>
            <a:r>
              <a:rPr lang="en-US" dirty="0"/>
              <a:t>UKON-Buchmueller-MC1</a:t>
            </a:r>
            <a:endParaRPr lang="en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81FA42-ED4C-2D8F-2055-921AF14F0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15" y="2992807"/>
            <a:ext cx="10515600" cy="14721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4301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0714B-890C-6F3A-DEAE-A288B0ED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80" y="316915"/>
            <a:ext cx="10956235" cy="660269"/>
          </a:xfrm>
        </p:spPr>
        <p:txBody>
          <a:bodyPr anchor="ctr">
            <a:normAutofit/>
          </a:bodyPr>
          <a:lstStyle/>
          <a:p>
            <a:r>
              <a:rPr lang="en-US" dirty="0"/>
              <a:t>UKON-Buchmueller-MC1</a:t>
            </a:r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B0C6B2-83C9-FB37-8339-352D08F71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15" y="2125269"/>
            <a:ext cx="10515600" cy="32072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93537295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Chair_16_9">
  <a:themeElements>
    <a:clrScheme name="ColorMap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067BC"/>
      </a:accent1>
      <a:accent2>
        <a:srgbClr val="834088"/>
      </a:accent2>
      <a:accent3>
        <a:srgbClr val="A5A5A5"/>
      </a:accent3>
      <a:accent4>
        <a:srgbClr val="8AC164"/>
      </a:accent4>
      <a:accent5>
        <a:srgbClr val="348C90"/>
      </a:accent5>
      <a:accent6>
        <a:srgbClr val="613721"/>
      </a:accent6>
      <a:hlink>
        <a:srgbClr val="267D86"/>
      </a:hlink>
      <a:folHlink>
        <a:srgbClr val="3E54A0"/>
      </a:folHlink>
    </a:clrScheme>
    <a:fontScheme name="Myriad Pro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2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Chair_16_9" id="{870A2609-B6E3-43AD-BCB5-D33D27A02E42}" vid="{EDF8B3EF-B392-484F-93C6-BF9C17DCD7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PresentationChair_16_9</Template>
  <TotalTime>37</TotalTime>
  <Words>12</Words>
  <Application>Microsoft Office PowerPoint</Application>
  <PresentationFormat>Widescreen</PresentationFormat>
  <Paragraphs>11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Myriad Pro</vt:lpstr>
      <vt:lpstr>PresentationChair_16_9</vt:lpstr>
      <vt:lpstr>UKON-Buchmueller-MC1 </vt:lpstr>
      <vt:lpstr>UKON-Buchmueller-MC1</vt:lpstr>
      <vt:lpstr>UKON-Buchmueller-MC1</vt:lpstr>
      <vt:lpstr>UKON-Buchmueller-MC1</vt:lpstr>
      <vt:lpstr>UKON-Buchmueller-MC1</vt:lpstr>
      <vt:lpstr>UKON-Buchmueller-MC1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Frings</dc:creator>
  <cp:lastModifiedBy>Alex Frings</cp:lastModifiedBy>
  <cp:revision>1</cp:revision>
  <dcterms:created xsi:type="dcterms:W3CDTF">2024-07-19T14:36:06Z</dcterms:created>
  <dcterms:modified xsi:type="dcterms:W3CDTF">2024-07-19T15:13:48Z</dcterms:modified>
</cp:coreProperties>
</file>